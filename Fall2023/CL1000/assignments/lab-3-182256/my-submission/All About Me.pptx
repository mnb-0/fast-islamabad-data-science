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A6C3C5-2DCC-43A6-9904-CBBF7A8EBF2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F7F9BA-3389-43A8-9A45-720B41E49511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 smtClean="0"/>
            <a:t>Born on 29</a:t>
          </a:r>
          <a:r>
            <a:rPr lang="en-US" baseline="30000" dirty="0" smtClean="0"/>
            <a:t>th</a:t>
          </a:r>
          <a:r>
            <a:rPr lang="en-US" dirty="0" smtClean="0"/>
            <a:t> July 2004</a:t>
          </a:r>
          <a:endParaRPr lang="en-US" dirty="0"/>
        </a:p>
      </dgm:t>
    </dgm:pt>
    <dgm:pt modelId="{63F74BB5-D939-4395-852C-6E3360EDA2B6}" type="parTrans" cxnId="{C320F40C-57F0-4C01-A8A8-DF2ACBEAE75C}">
      <dgm:prSet/>
      <dgm:spPr/>
      <dgm:t>
        <a:bodyPr/>
        <a:lstStyle/>
        <a:p>
          <a:endParaRPr lang="en-US"/>
        </a:p>
      </dgm:t>
    </dgm:pt>
    <dgm:pt modelId="{BD037AFA-05EC-45AD-8A49-2E6266583A38}" type="sibTrans" cxnId="{C320F40C-57F0-4C01-A8A8-DF2ACBEAE75C}">
      <dgm:prSet/>
      <dgm:spPr/>
      <dgm:t>
        <a:bodyPr/>
        <a:lstStyle/>
        <a:p>
          <a:endParaRPr lang="en-US"/>
        </a:p>
      </dgm:t>
    </dgm:pt>
    <dgm:pt modelId="{F536BD3E-F819-4239-8658-116DF3505B1A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 smtClean="0"/>
            <a:t>Vincent Van Gogh died this day</a:t>
          </a:r>
          <a:endParaRPr lang="en-US" dirty="0"/>
        </a:p>
      </dgm:t>
    </dgm:pt>
    <dgm:pt modelId="{96E67A1E-69ED-4AFA-BF28-B81BBEA7D663}" type="parTrans" cxnId="{7C525085-1371-4FC2-BE5E-2A6C3DF569A6}">
      <dgm:prSet/>
      <dgm:spPr/>
      <dgm:t>
        <a:bodyPr/>
        <a:lstStyle/>
        <a:p>
          <a:endParaRPr lang="en-US"/>
        </a:p>
      </dgm:t>
    </dgm:pt>
    <dgm:pt modelId="{0E1D128E-3471-4639-A29C-2852BFD4A839}" type="sibTrans" cxnId="{7C525085-1371-4FC2-BE5E-2A6C3DF569A6}">
      <dgm:prSet/>
      <dgm:spPr/>
      <dgm:t>
        <a:bodyPr/>
        <a:lstStyle/>
        <a:p>
          <a:endParaRPr lang="en-US"/>
        </a:p>
      </dgm:t>
    </dgm:pt>
    <dgm:pt modelId="{58C1C093-3B6E-4892-87EE-5DDB9641A9BA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 smtClean="0"/>
            <a:t>Mussolini was born</a:t>
          </a:r>
          <a:endParaRPr lang="en-US" dirty="0"/>
        </a:p>
      </dgm:t>
    </dgm:pt>
    <dgm:pt modelId="{FBC5C96A-2C96-43D7-8C97-2DA3709FB7E3}" type="parTrans" cxnId="{F7FABDEA-B88D-4870-AAAA-02519A0550A8}">
      <dgm:prSet/>
      <dgm:spPr/>
      <dgm:t>
        <a:bodyPr/>
        <a:lstStyle/>
        <a:p>
          <a:endParaRPr lang="en-US"/>
        </a:p>
      </dgm:t>
    </dgm:pt>
    <dgm:pt modelId="{61C02534-A8C2-4F73-87D1-E3B775CB44D2}" type="sibTrans" cxnId="{F7FABDEA-B88D-4870-AAAA-02519A0550A8}">
      <dgm:prSet/>
      <dgm:spPr/>
      <dgm:t>
        <a:bodyPr/>
        <a:lstStyle/>
        <a:p>
          <a:endParaRPr lang="en-US"/>
        </a:p>
      </dgm:t>
    </dgm:pt>
    <dgm:pt modelId="{300E2681-0678-40E2-ABDA-B7A1B15306E8}" type="pres">
      <dgm:prSet presAssocID="{26A6C3C5-2DCC-43A6-9904-CBBF7A8EBF21}" presName="linear" presStyleCnt="0">
        <dgm:presLayoutVars>
          <dgm:dir/>
          <dgm:animLvl val="lvl"/>
          <dgm:resizeHandles val="exact"/>
        </dgm:presLayoutVars>
      </dgm:prSet>
      <dgm:spPr/>
    </dgm:pt>
    <dgm:pt modelId="{A0D4DAB4-0F1D-4F6F-B07A-26F48973C239}" type="pres">
      <dgm:prSet presAssocID="{4BF7F9BA-3389-43A8-9A45-720B41E49511}" presName="parentLin" presStyleCnt="0"/>
      <dgm:spPr/>
    </dgm:pt>
    <dgm:pt modelId="{5DAAAAD2-4ADB-449D-9E51-A8FBF975C7A3}" type="pres">
      <dgm:prSet presAssocID="{4BF7F9BA-3389-43A8-9A45-720B41E49511}" presName="parentLeftMargin" presStyleLbl="node1" presStyleIdx="0" presStyleCnt="3"/>
      <dgm:spPr/>
    </dgm:pt>
    <dgm:pt modelId="{D1B1579B-041E-47AA-ACA6-59B9988A68A4}" type="pres">
      <dgm:prSet presAssocID="{4BF7F9BA-3389-43A8-9A45-720B41E4951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993865-0B00-4CBF-B7B2-9DDDB415B15C}" type="pres">
      <dgm:prSet presAssocID="{4BF7F9BA-3389-43A8-9A45-720B41E49511}" presName="negativeSpace" presStyleCnt="0"/>
      <dgm:spPr/>
    </dgm:pt>
    <dgm:pt modelId="{8F960571-C259-4DD1-80F1-3AC7FD06B8E6}" type="pres">
      <dgm:prSet presAssocID="{4BF7F9BA-3389-43A8-9A45-720B41E49511}" presName="childText" presStyleLbl="conFgAcc1" presStyleIdx="0" presStyleCnt="3" custLinFactNeighborX="-950" custLinFactNeighborY="47710">
        <dgm:presLayoutVars>
          <dgm:bulletEnabled val="1"/>
        </dgm:presLayoutVars>
      </dgm:prSet>
      <dgm:spPr/>
    </dgm:pt>
    <dgm:pt modelId="{5F754C1C-E770-44BA-B812-EB2959BAFABC}" type="pres">
      <dgm:prSet presAssocID="{BD037AFA-05EC-45AD-8A49-2E6266583A38}" presName="spaceBetweenRectangles" presStyleCnt="0"/>
      <dgm:spPr/>
    </dgm:pt>
    <dgm:pt modelId="{0498F29C-88D8-42C0-8931-83DD2386C34E}" type="pres">
      <dgm:prSet presAssocID="{F536BD3E-F819-4239-8658-116DF3505B1A}" presName="parentLin" presStyleCnt="0"/>
      <dgm:spPr/>
    </dgm:pt>
    <dgm:pt modelId="{E1700488-D4E7-46AF-BCDC-D6D4B8C50E5D}" type="pres">
      <dgm:prSet presAssocID="{F536BD3E-F819-4239-8658-116DF3505B1A}" presName="parentLeftMargin" presStyleLbl="node1" presStyleIdx="0" presStyleCnt="3"/>
      <dgm:spPr/>
    </dgm:pt>
    <dgm:pt modelId="{0D6A8197-B5C3-4028-B842-E89E2E8552C8}" type="pres">
      <dgm:prSet presAssocID="{F536BD3E-F819-4239-8658-116DF3505B1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B6EA3A-D4CA-4354-9D5B-F0B17ABE7EDF}" type="pres">
      <dgm:prSet presAssocID="{F536BD3E-F819-4239-8658-116DF3505B1A}" presName="negativeSpace" presStyleCnt="0"/>
      <dgm:spPr/>
    </dgm:pt>
    <dgm:pt modelId="{4F92B514-973B-439C-A687-35FB1E880D93}" type="pres">
      <dgm:prSet presAssocID="{F536BD3E-F819-4239-8658-116DF3505B1A}" presName="childText" presStyleLbl="conFgAcc1" presStyleIdx="1" presStyleCnt="3">
        <dgm:presLayoutVars>
          <dgm:bulletEnabled val="1"/>
        </dgm:presLayoutVars>
      </dgm:prSet>
      <dgm:spPr/>
    </dgm:pt>
    <dgm:pt modelId="{A5EC272D-7778-4E28-BA21-860BC1E5FB72}" type="pres">
      <dgm:prSet presAssocID="{0E1D128E-3471-4639-A29C-2852BFD4A839}" presName="spaceBetweenRectangles" presStyleCnt="0"/>
      <dgm:spPr/>
    </dgm:pt>
    <dgm:pt modelId="{E7E8CD89-8DB3-4A4A-B2E1-7A69FA9AA495}" type="pres">
      <dgm:prSet presAssocID="{58C1C093-3B6E-4892-87EE-5DDB9641A9BA}" presName="parentLin" presStyleCnt="0"/>
      <dgm:spPr/>
    </dgm:pt>
    <dgm:pt modelId="{40E6918C-954A-4524-B754-50309FA08951}" type="pres">
      <dgm:prSet presAssocID="{58C1C093-3B6E-4892-87EE-5DDB9641A9BA}" presName="parentLeftMargin" presStyleLbl="node1" presStyleIdx="1" presStyleCnt="3"/>
      <dgm:spPr/>
    </dgm:pt>
    <dgm:pt modelId="{53DC09E2-C53C-4AA0-818E-F5C4CF4A47E1}" type="pres">
      <dgm:prSet presAssocID="{58C1C093-3B6E-4892-87EE-5DDB9641A9B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48A2E-6357-4382-858D-FEFFD49B228D}" type="pres">
      <dgm:prSet presAssocID="{58C1C093-3B6E-4892-87EE-5DDB9641A9BA}" presName="negativeSpace" presStyleCnt="0"/>
      <dgm:spPr/>
    </dgm:pt>
    <dgm:pt modelId="{653100A9-5F9F-4DE5-BCB3-7635332326D1}" type="pres">
      <dgm:prSet presAssocID="{58C1C093-3B6E-4892-87EE-5DDB9641A9B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7E11D19-97E0-4DDC-8547-EE20FDC600E8}" type="presOf" srcId="{58C1C093-3B6E-4892-87EE-5DDB9641A9BA}" destId="{53DC09E2-C53C-4AA0-818E-F5C4CF4A47E1}" srcOrd="1" destOrd="0" presId="urn:microsoft.com/office/officeart/2005/8/layout/list1"/>
    <dgm:cxn modelId="{F6974123-77A9-4999-82DC-2230A091C8EB}" type="presOf" srcId="{58C1C093-3B6E-4892-87EE-5DDB9641A9BA}" destId="{40E6918C-954A-4524-B754-50309FA08951}" srcOrd="0" destOrd="0" presId="urn:microsoft.com/office/officeart/2005/8/layout/list1"/>
    <dgm:cxn modelId="{6A40DAB3-2A2D-4045-8B81-2A1C24797033}" type="presOf" srcId="{F536BD3E-F819-4239-8658-116DF3505B1A}" destId="{E1700488-D4E7-46AF-BCDC-D6D4B8C50E5D}" srcOrd="0" destOrd="0" presId="urn:microsoft.com/office/officeart/2005/8/layout/list1"/>
    <dgm:cxn modelId="{23A80D22-E6A9-4271-92BE-19E1A2DC148E}" type="presOf" srcId="{4BF7F9BA-3389-43A8-9A45-720B41E49511}" destId="{5DAAAAD2-4ADB-449D-9E51-A8FBF975C7A3}" srcOrd="0" destOrd="0" presId="urn:microsoft.com/office/officeart/2005/8/layout/list1"/>
    <dgm:cxn modelId="{8B77C745-575D-4689-BBA2-6C8938432226}" type="presOf" srcId="{4BF7F9BA-3389-43A8-9A45-720B41E49511}" destId="{D1B1579B-041E-47AA-ACA6-59B9988A68A4}" srcOrd="1" destOrd="0" presId="urn:microsoft.com/office/officeart/2005/8/layout/list1"/>
    <dgm:cxn modelId="{C320F40C-57F0-4C01-A8A8-DF2ACBEAE75C}" srcId="{26A6C3C5-2DCC-43A6-9904-CBBF7A8EBF21}" destId="{4BF7F9BA-3389-43A8-9A45-720B41E49511}" srcOrd="0" destOrd="0" parTransId="{63F74BB5-D939-4395-852C-6E3360EDA2B6}" sibTransId="{BD037AFA-05EC-45AD-8A49-2E6266583A38}"/>
    <dgm:cxn modelId="{2DD422A9-9751-4509-A534-7FD744EAD995}" type="presOf" srcId="{26A6C3C5-2DCC-43A6-9904-CBBF7A8EBF21}" destId="{300E2681-0678-40E2-ABDA-B7A1B15306E8}" srcOrd="0" destOrd="0" presId="urn:microsoft.com/office/officeart/2005/8/layout/list1"/>
    <dgm:cxn modelId="{2338CEF2-E8CC-4578-9DD8-06E4A9F15C3C}" type="presOf" srcId="{F536BD3E-F819-4239-8658-116DF3505B1A}" destId="{0D6A8197-B5C3-4028-B842-E89E2E8552C8}" srcOrd="1" destOrd="0" presId="urn:microsoft.com/office/officeart/2005/8/layout/list1"/>
    <dgm:cxn modelId="{7C525085-1371-4FC2-BE5E-2A6C3DF569A6}" srcId="{26A6C3C5-2DCC-43A6-9904-CBBF7A8EBF21}" destId="{F536BD3E-F819-4239-8658-116DF3505B1A}" srcOrd="1" destOrd="0" parTransId="{96E67A1E-69ED-4AFA-BF28-B81BBEA7D663}" sibTransId="{0E1D128E-3471-4639-A29C-2852BFD4A839}"/>
    <dgm:cxn modelId="{F7FABDEA-B88D-4870-AAAA-02519A0550A8}" srcId="{26A6C3C5-2DCC-43A6-9904-CBBF7A8EBF21}" destId="{58C1C093-3B6E-4892-87EE-5DDB9641A9BA}" srcOrd="2" destOrd="0" parTransId="{FBC5C96A-2C96-43D7-8C97-2DA3709FB7E3}" sibTransId="{61C02534-A8C2-4F73-87D1-E3B775CB44D2}"/>
    <dgm:cxn modelId="{C05C8006-5F50-4DE0-8D2E-CB2442C33434}" type="presParOf" srcId="{300E2681-0678-40E2-ABDA-B7A1B15306E8}" destId="{A0D4DAB4-0F1D-4F6F-B07A-26F48973C239}" srcOrd="0" destOrd="0" presId="urn:microsoft.com/office/officeart/2005/8/layout/list1"/>
    <dgm:cxn modelId="{FD318116-50D4-45C6-9AAF-713C2DA711AD}" type="presParOf" srcId="{A0D4DAB4-0F1D-4F6F-B07A-26F48973C239}" destId="{5DAAAAD2-4ADB-449D-9E51-A8FBF975C7A3}" srcOrd="0" destOrd="0" presId="urn:microsoft.com/office/officeart/2005/8/layout/list1"/>
    <dgm:cxn modelId="{87DBD72B-74A8-4ACC-8B24-3AD27A489100}" type="presParOf" srcId="{A0D4DAB4-0F1D-4F6F-B07A-26F48973C239}" destId="{D1B1579B-041E-47AA-ACA6-59B9988A68A4}" srcOrd="1" destOrd="0" presId="urn:microsoft.com/office/officeart/2005/8/layout/list1"/>
    <dgm:cxn modelId="{2A7047EC-92B7-4437-9EB6-198B22E20CCF}" type="presParOf" srcId="{300E2681-0678-40E2-ABDA-B7A1B15306E8}" destId="{E6993865-0B00-4CBF-B7B2-9DDDB415B15C}" srcOrd="1" destOrd="0" presId="urn:microsoft.com/office/officeart/2005/8/layout/list1"/>
    <dgm:cxn modelId="{9A85BD2E-D237-4F15-9CCD-34D6C847151F}" type="presParOf" srcId="{300E2681-0678-40E2-ABDA-B7A1B15306E8}" destId="{8F960571-C259-4DD1-80F1-3AC7FD06B8E6}" srcOrd="2" destOrd="0" presId="urn:microsoft.com/office/officeart/2005/8/layout/list1"/>
    <dgm:cxn modelId="{A7096682-82D7-4DC1-BF70-E6D61384A5F6}" type="presParOf" srcId="{300E2681-0678-40E2-ABDA-B7A1B15306E8}" destId="{5F754C1C-E770-44BA-B812-EB2959BAFABC}" srcOrd="3" destOrd="0" presId="urn:microsoft.com/office/officeart/2005/8/layout/list1"/>
    <dgm:cxn modelId="{ED5AD3BE-265E-4F18-8075-2906944EB494}" type="presParOf" srcId="{300E2681-0678-40E2-ABDA-B7A1B15306E8}" destId="{0498F29C-88D8-42C0-8931-83DD2386C34E}" srcOrd="4" destOrd="0" presId="urn:microsoft.com/office/officeart/2005/8/layout/list1"/>
    <dgm:cxn modelId="{C431498D-E609-49FD-B8E2-A0F96AF18086}" type="presParOf" srcId="{0498F29C-88D8-42C0-8931-83DD2386C34E}" destId="{E1700488-D4E7-46AF-BCDC-D6D4B8C50E5D}" srcOrd="0" destOrd="0" presId="urn:microsoft.com/office/officeart/2005/8/layout/list1"/>
    <dgm:cxn modelId="{3D801D93-3EEA-422B-92A2-1FB40D5EB7AE}" type="presParOf" srcId="{0498F29C-88D8-42C0-8931-83DD2386C34E}" destId="{0D6A8197-B5C3-4028-B842-E89E2E8552C8}" srcOrd="1" destOrd="0" presId="urn:microsoft.com/office/officeart/2005/8/layout/list1"/>
    <dgm:cxn modelId="{08D2EFC1-0D8B-4691-AA5D-90CC1FADC87A}" type="presParOf" srcId="{300E2681-0678-40E2-ABDA-B7A1B15306E8}" destId="{ABB6EA3A-D4CA-4354-9D5B-F0B17ABE7EDF}" srcOrd="5" destOrd="0" presId="urn:microsoft.com/office/officeart/2005/8/layout/list1"/>
    <dgm:cxn modelId="{A074B09F-C1C7-407B-BFF3-C14A963D8D70}" type="presParOf" srcId="{300E2681-0678-40E2-ABDA-B7A1B15306E8}" destId="{4F92B514-973B-439C-A687-35FB1E880D93}" srcOrd="6" destOrd="0" presId="urn:microsoft.com/office/officeart/2005/8/layout/list1"/>
    <dgm:cxn modelId="{FE6E438A-7C59-4D58-8B8B-D526AE111CF4}" type="presParOf" srcId="{300E2681-0678-40E2-ABDA-B7A1B15306E8}" destId="{A5EC272D-7778-4E28-BA21-860BC1E5FB72}" srcOrd="7" destOrd="0" presId="urn:microsoft.com/office/officeart/2005/8/layout/list1"/>
    <dgm:cxn modelId="{FA83DFA8-E6F8-4E60-8CE9-A478C39B4C35}" type="presParOf" srcId="{300E2681-0678-40E2-ABDA-B7A1B15306E8}" destId="{E7E8CD89-8DB3-4A4A-B2E1-7A69FA9AA495}" srcOrd="8" destOrd="0" presId="urn:microsoft.com/office/officeart/2005/8/layout/list1"/>
    <dgm:cxn modelId="{A0495C5A-1018-4634-AB49-F3C12BE352CE}" type="presParOf" srcId="{E7E8CD89-8DB3-4A4A-B2E1-7A69FA9AA495}" destId="{40E6918C-954A-4524-B754-50309FA08951}" srcOrd="0" destOrd="0" presId="urn:microsoft.com/office/officeart/2005/8/layout/list1"/>
    <dgm:cxn modelId="{9C7664C0-B14B-4D19-B956-233F95D7FA76}" type="presParOf" srcId="{E7E8CD89-8DB3-4A4A-B2E1-7A69FA9AA495}" destId="{53DC09E2-C53C-4AA0-818E-F5C4CF4A47E1}" srcOrd="1" destOrd="0" presId="urn:microsoft.com/office/officeart/2005/8/layout/list1"/>
    <dgm:cxn modelId="{005EBCFB-71C6-4BDC-ACF1-E60273DE1E67}" type="presParOf" srcId="{300E2681-0678-40E2-ABDA-B7A1B15306E8}" destId="{2F748A2E-6357-4382-858D-FEFFD49B228D}" srcOrd="9" destOrd="0" presId="urn:microsoft.com/office/officeart/2005/8/layout/list1"/>
    <dgm:cxn modelId="{3BF02D52-DCBC-4938-991F-5B5C92433DD6}" type="presParOf" srcId="{300E2681-0678-40E2-ABDA-B7A1B15306E8}" destId="{653100A9-5F9F-4DE5-BCB3-7635332326D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60571-C259-4DD1-80F1-3AC7FD06B8E6}">
      <dsp:nvSpPr>
        <dsp:cNvPr id="0" name=""/>
        <dsp:cNvSpPr/>
      </dsp:nvSpPr>
      <dsp:spPr>
        <a:xfrm>
          <a:off x="0" y="369503"/>
          <a:ext cx="63537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1579B-041E-47AA-ACA6-59B9988A68A4}">
      <dsp:nvSpPr>
        <dsp:cNvPr id="0" name=""/>
        <dsp:cNvSpPr/>
      </dsp:nvSpPr>
      <dsp:spPr>
        <a:xfrm>
          <a:off x="317685" y="22776"/>
          <a:ext cx="4447601" cy="59040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09" tIns="0" rIns="168109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Born on 29</a:t>
          </a:r>
          <a:r>
            <a:rPr lang="en-US" sz="2000" kern="1200" baseline="30000" dirty="0" smtClean="0"/>
            <a:t>th</a:t>
          </a:r>
          <a:r>
            <a:rPr lang="en-US" sz="2000" kern="1200" dirty="0" smtClean="0"/>
            <a:t> July 2004</a:t>
          </a:r>
          <a:endParaRPr lang="en-US" sz="2000" kern="1200" dirty="0"/>
        </a:p>
      </dsp:txBody>
      <dsp:txXfrm>
        <a:off x="346506" y="51597"/>
        <a:ext cx="4389959" cy="532758"/>
      </dsp:txXfrm>
    </dsp:sp>
    <dsp:sp modelId="{4F92B514-973B-439C-A687-35FB1E880D93}">
      <dsp:nvSpPr>
        <dsp:cNvPr id="0" name=""/>
        <dsp:cNvSpPr/>
      </dsp:nvSpPr>
      <dsp:spPr>
        <a:xfrm>
          <a:off x="0" y="1225176"/>
          <a:ext cx="63537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A8197-B5C3-4028-B842-E89E2E8552C8}">
      <dsp:nvSpPr>
        <dsp:cNvPr id="0" name=""/>
        <dsp:cNvSpPr/>
      </dsp:nvSpPr>
      <dsp:spPr>
        <a:xfrm>
          <a:off x="317685" y="929976"/>
          <a:ext cx="4447601" cy="59040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09" tIns="0" rIns="168109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Vincent Van Gogh died this day</a:t>
          </a:r>
          <a:endParaRPr lang="en-US" sz="2000" kern="1200" dirty="0"/>
        </a:p>
      </dsp:txBody>
      <dsp:txXfrm>
        <a:off x="346506" y="958797"/>
        <a:ext cx="4389959" cy="532758"/>
      </dsp:txXfrm>
    </dsp:sp>
    <dsp:sp modelId="{653100A9-5F9F-4DE5-BCB3-7635332326D1}">
      <dsp:nvSpPr>
        <dsp:cNvPr id="0" name=""/>
        <dsp:cNvSpPr/>
      </dsp:nvSpPr>
      <dsp:spPr>
        <a:xfrm>
          <a:off x="0" y="2132376"/>
          <a:ext cx="63537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C09E2-C53C-4AA0-818E-F5C4CF4A47E1}">
      <dsp:nvSpPr>
        <dsp:cNvPr id="0" name=""/>
        <dsp:cNvSpPr/>
      </dsp:nvSpPr>
      <dsp:spPr>
        <a:xfrm>
          <a:off x="317685" y="1837176"/>
          <a:ext cx="4447601" cy="59040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109" tIns="0" rIns="168109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Mussolini was born</a:t>
          </a:r>
          <a:endParaRPr lang="en-US" sz="2000" kern="1200" dirty="0"/>
        </a:p>
      </dsp:txBody>
      <dsp:txXfrm>
        <a:off x="346506" y="1865997"/>
        <a:ext cx="4389959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5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9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9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0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2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8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9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4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2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79F3307-8987-496B-BEAA-0F110028FDD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C20F736-2F5E-4363-B754-2A35B99C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All About 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Muneeb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94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56" y="365125"/>
            <a:ext cx="10511744" cy="58118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My name is Muhammad </a:t>
            </a:r>
            <a:r>
              <a:rPr lang="en-US" dirty="0" err="1" smtClean="0">
                <a:solidFill>
                  <a:schemeClr val="bg1">
                    <a:lumMod val="85000"/>
                  </a:schemeClr>
                </a:solidFill>
              </a:rPr>
              <a:t>Muneeb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 Lone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Born and raised in Rawalpindi</a:t>
            </a: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No specific favorite color</a:t>
            </a:r>
          </a:p>
          <a:p>
            <a:pPr marL="0" indent="0">
              <a:buNone/>
            </a:pPr>
            <a:endParaRPr lang="en-US" dirty="0" smtClean="0">
              <a:solidFill>
                <a:schemeClr val="bg1">
                  <a:lumMod val="8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25939" y="5093696"/>
            <a:ext cx="246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Image from </a:t>
            </a:r>
            <a:r>
              <a:rPr lang="en-US" dirty="0" err="1" smtClean="0"/>
              <a:t>Faris</a:t>
            </a:r>
            <a:r>
              <a:rPr lang="en-US" dirty="0" smtClean="0"/>
              <a:t> </a:t>
            </a:r>
            <a:r>
              <a:rPr lang="en-US" dirty="0" err="1" smtClean="0"/>
              <a:t>Shafi’s</a:t>
            </a:r>
            <a:r>
              <a:rPr lang="en-US" dirty="0" smtClean="0"/>
              <a:t> “Introduction”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54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Birth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38237" y="5291189"/>
            <a:ext cx="3422627" cy="381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Vincent Van Gogh’s Starry Nights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984135734"/>
              </p:ext>
            </p:extLst>
          </p:nvPr>
        </p:nvGraphicFramePr>
        <p:xfrm>
          <a:off x="2231136" y="2392724"/>
          <a:ext cx="6353717" cy="2659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27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5994" y="636904"/>
            <a:ext cx="7729728" cy="1188720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 smtClean="0"/>
              <a:t>Music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1309"/>
            <a:ext cx="10515600" cy="4156364"/>
          </a:xfrm>
        </p:spPr>
        <p:txBody>
          <a:bodyPr/>
          <a:lstStyle/>
          <a:p>
            <a:r>
              <a:rPr lang="en-US" dirty="0" smtClean="0"/>
              <a:t>My favorite type of music is Classic Bollywood</a:t>
            </a:r>
          </a:p>
          <a:p>
            <a:r>
              <a:rPr lang="en-US" dirty="0" smtClean="0"/>
              <a:t>Favorite artist is Kishore </a:t>
            </a:r>
            <a:r>
              <a:rPr lang="en-US" dirty="0" err="1" smtClean="0"/>
              <a:t>Kumaar</a:t>
            </a:r>
            <a:endParaRPr lang="en-US" dirty="0" smtClean="0"/>
          </a:p>
          <a:p>
            <a:r>
              <a:rPr lang="en-US" dirty="0" smtClean="0"/>
              <a:t>My favorite song is </a:t>
            </a:r>
            <a:r>
              <a:rPr lang="en-US" dirty="0" err="1" smtClean="0"/>
              <a:t>Yeh</a:t>
            </a:r>
            <a:r>
              <a:rPr lang="en-US" dirty="0" smtClean="0"/>
              <a:t> </a:t>
            </a:r>
            <a:r>
              <a:rPr lang="en-US" dirty="0" err="1" smtClean="0"/>
              <a:t>Raatein</a:t>
            </a:r>
            <a:r>
              <a:rPr lang="en-US" dirty="0" smtClean="0"/>
              <a:t> , </a:t>
            </a:r>
            <a:r>
              <a:rPr lang="en-US" dirty="0" err="1" smtClean="0"/>
              <a:t>Yeh</a:t>
            </a:r>
            <a:r>
              <a:rPr lang="en-US" dirty="0" smtClean="0"/>
              <a:t> </a:t>
            </a:r>
            <a:r>
              <a:rPr lang="en-US" dirty="0" err="1" smtClean="0"/>
              <a:t>Mausam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862" y="2515308"/>
            <a:ext cx="3453762" cy="3448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82752" y="5503025"/>
            <a:ext cx="3990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Portrait Of Kishore Kumar on Spotify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494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32" y="3831450"/>
            <a:ext cx="5061878" cy="1908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dirty="0" smtClean="0"/>
              <a:t>Food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My favorite place Burger Co. in F6 Beverly Centre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 love their Smash Burger and Onion Rings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An Oreo Milkshake is a must in my order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18810" y="5370695"/>
            <a:ext cx="266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Banner by The Burger Co.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64752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74</TotalTime>
  <Words>112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All About Me</vt:lpstr>
      <vt:lpstr>Introduction</vt:lpstr>
      <vt:lpstr>Birth</vt:lpstr>
      <vt:lpstr>Music</vt:lpstr>
      <vt:lpstr>Food</vt:lpstr>
    </vt:vector>
  </TitlesOfParts>
  <Company>FAST-NUCES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Me</dc:title>
  <dc:creator>Lab</dc:creator>
  <cp:lastModifiedBy>Lab</cp:lastModifiedBy>
  <cp:revision>9</cp:revision>
  <dcterms:created xsi:type="dcterms:W3CDTF">2023-09-11T04:55:08Z</dcterms:created>
  <dcterms:modified xsi:type="dcterms:W3CDTF">2023-09-11T06:09:16Z</dcterms:modified>
</cp:coreProperties>
</file>