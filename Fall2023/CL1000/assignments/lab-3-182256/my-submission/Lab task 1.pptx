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822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EF474D-2891-4A33-A941-08190A5FF7B5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220A7A-D171-4DC5-B3A4-913656A32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518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220A7A-D171-4DC5-B3A4-913656A3203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8469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C0B75-1C4B-494E-A0E0-F5B97A850E37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220C9EF2-0E97-4229-8FEB-61EE92A1C26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2125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C0B75-1C4B-494E-A0E0-F5B97A850E37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C9EF2-0E97-4229-8FEB-61EE92A1C265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6529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C0B75-1C4B-494E-A0E0-F5B97A850E37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C9EF2-0E97-4229-8FEB-61EE92A1C26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9688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C0B75-1C4B-494E-A0E0-F5B97A850E37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C9EF2-0E97-4229-8FEB-61EE92A1C265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4744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C0B75-1C4B-494E-A0E0-F5B97A850E37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C9EF2-0E97-4229-8FEB-61EE92A1C265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4132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C0B75-1C4B-494E-A0E0-F5B97A850E37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C9EF2-0E97-4229-8FEB-61EE92A1C265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034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C0B75-1C4B-494E-A0E0-F5B97A850E37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C9EF2-0E97-4229-8FEB-61EE92A1C2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389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C0B75-1C4B-494E-A0E0-F5B97A850E37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C9EF2-0E97-4229-8FEB-61EE92A1C265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1743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42C0B75-1C4B-494E-A0E0-F5B97A850E37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C9EF2-0E97-4229-8FEB-61EE92A1C265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7543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C0B75-1C4B-494E-A0E0-F5B97A850E37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C9EF2-0E97-4229-8FEB-61EE92A1C265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862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C0B75-1C4B-494E-A0E0-F5B97A850E37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C9EF2-0E97-4229-8FEB-61EE92A1C265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4704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2C0B75-1C4B-494E-A0E0-F5B97A850E37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220C9EF2-0E97-4229-8FEB-61EE92A1C26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8586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Lab task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By </a:t>
            </a:r>
            <a:r>
              <a:rPr lang="en-US" dirty="0" err="1" smtClean="0"/>
              <a:t>Muneeb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836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Islamabad as a city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One of the most beautiful cities in Pakistan</a:t>
            </a:r>
          </a:p>
          <a:p>
            <a:r>
              <a:rPr lang="en-US" dirty="0" smtClean="0"/>
              <a:t>It was made the capital in 1967, taking the title from Karachi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25471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Islamabad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 Capital Of Pakistan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5038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0">
              <a:srgbClr val="FF0000"/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Islamabad vs </a:t>
            </a:r>
            <a:r>
              <a:rPr lang="en-US" dirty="0" err="1" smtClean="0">
                <a:solidFill>
                  <a:schemeClr val="bg1"/>
                </a:solidFill>
              </a:rPr>
              <a:t>karachi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Islamabad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Planned</a:t>
            </a:r>
            <a:endParaRPr lang="en-US" dirty="0"/>
          </a:p>
          <a:p>
            <a:r>
              <a:rPr lang="en-US" dirty="0" smtClean="0"/>
              <a:t>Smaller in size</a:t>
            </a:r>
          </a:p>
          <a:p>
            <a:r>
              <a:rPr lang="en-US" dirty="0" smtClean="0"/>
              <a:t>More expensive to live in</a:t>
            </a:r>
          </a:p>
          <a:p>
            <a:r>
              <a:rPr lang="en-US" dirty="0" smtClean="0"/>
              <a:t>Current Capital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Karachi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 smtClean="0"/>
              <a:t>Unplanned </a:t>
            </a:r>
          </a:p>
          <a:p>
            <a:r>
              <a:rPr lang="en-US" dirty="0" smtClean="0"/>
              <a:t>Very large</a:t>
            </a:r>
          </a:p>
          <a:p>
            <a:r>
              <a:rPr lang="en-US" dirty="0" smtClean="0"/>
              <a:t>Worse standard of living</a:t>
            </a:r>
          </a:p>
          <a:p>
            <a:r>
              <a:rPr lang="en-US" dirty="0" smtClean="0"/>
              <a:t>Economic Hub</a:t>
            </a:r>
          </a:p>
          <a:p>
            <a:r>
              <a:rPr lang="en-US" smtClean="0"/>
              <a:t>Ex-Capital</a:t>
            </a:r>
          </a:p>
        </p:txBody>
      </p:sp>
    </p:spTree>
    <p:extLst>
      <p:ext uri="{BB962C8B-B14F-4D97-AF65-F5344CB8AC3E}">
        <p14:creationId xmlns:p14="http://schemas.microsoft.com/office/powerpoint/2010/main" val="896904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352836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62</TotalTime>
  <Words>61</Words>
  <Application>Microsoft Office PowerPoint</Application>
  <PresentationFormat>Widescreen</PresentationFormat>
  <Paragraphs>20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Gill Sans MT</vt:lpstr>
      <vt:lpstr>Gallery</vt:lpstr>
      <vt:lpstr>Lab task</vt:lpstr>
      <vt:lpstr>Islamabad as a city</vt:lpstr>
      <vt:lpstr>Islamabad</vt:lpstr>
      <vt:lpstr>Islamabad vs karachi</vt:lpstr>
      <vt:lpstr>PowerPoint Presentation</vt:lpstr>
    </vt:vector>
  </TitlesOfParts>
  <Company>FAST-NUCES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task 1</dc:title>
  <dc:creator>Lab</dc:creator>
  <cp:lastModifiedBy>Lab</cp:lastModifiedBy>
  <cp:revision>7</cp:revision>
  <dcterms:created xsi:type="dcterms:W3CDTF">2023-09-11T04:21:12Z</dcterms:created>
  <dcterms:modified xsi:type="dcterms:W3CDTF">2023-09-11T06:09:19Z</dcterms:modified>
</cp:coreProperties>
</file>